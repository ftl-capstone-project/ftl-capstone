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560320"/>
            <a:ext cx="2286000" cy="73152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9144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0" b="1">
                <a:solidFill>
                  <a:srgbClr val="FFFFFF"/>
                </a:solidFill>
                <a:latin typeface="Arial"/>
              </a:rPr>
              <a:t>Orbis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9144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0">
                <a:solidFill>
                  <a:srgbClr val="BFD3FF"/>
                </a:solidFill>
                <a:latin typeface="Arial"/>
              </a:rPr>
              <a:t>AI-Powered Phishing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BFD3FF"/>
                </a:solidFill>
                <a:latin typeface="Arial"/>
              </a:rPr>
              <a:t>Weekly Pod Sync  ·  DOMinion  ·  Michael · Ozias · David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914400" cy="5486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Last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BFD3FF"/>
                </a:solidFill>
                <a:latin typeface="Arial"/>
              </a:rPr>
              <a:t>Where we were coming in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58775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Personal flow (login, signup, Clerk auth) working end-to-end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172968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054096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Personal Dashboard, Reports, and Ask Orbo chat live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58184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39312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Deployed to Render — API + client both live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343400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24528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Analyst &amp; org features mostly stubbed / incomplete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928616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09744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CreateTeam UI-only — no real org creation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513832"/>
            <a:ext cx="91440" cy="91440"/>
          </a:xfrm>
          <a:prstGeom prst="ellipse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10058400" cy="5120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Login kept bouncing users to the landing page (redirect race bug)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14400"/>
            <a:ext cx="914400" cy="54864"/>
          </a:xfrm>
          <a:prstGeom prst="rect">
            <a:avLst/>
          </a:prstGeom>
          <a:solidFill>
            <a:srgbClr val="21C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This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BFD3FF"/>
                </a:solidFill>
                <a:latin typeface="Arial"/>
              </a:rPr>
              <a:t>What shipped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68880"/>
            <a:ext cx="722376" cy="329184"/>
          </a:xfrm>
          <a:prstGeom prst="roundRect">
            <a:avLst/>
          </a:prstGeom>
          <a:solidFill>
            <a:srgbClr val="21C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Auth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709928" y="2468880"/>
            <a:ext cx="2029968" cy="329184"/>
          </a:xfrm>
          <a:prstGeom prst="round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Analyst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4488" y="2468880"/>
            <a:ext cx="1929384" cy="329184"/>
          </a:xfrm>
          <a:prstGeom prst="round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Email Forwarding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98464" y="2468880"/>
            <a:ext cx="2029968" cy="329184"/>
          </a:xfrm>
          <a:prstGeom prst="round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Browser Extension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93024" y="2468880"/>
            <a:ext cx="1627631" cy="329184"/>
          </a:xfrm>
          <a:prstGeom prst="roundRect">
            <a:avLst/>
          </a:prstGeom>
          <a:solidFill>
            <a:srgbClr val="BFD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OpenAI Switch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85247" y="2468880"/>
            <a:ext cx="1325880" cy="329184"/>
          </a:xfrm>
          <a:prstGeom prst="roundRect">
            <a:avLst/>
          </a:prstGeom>
          <a:solidFill>
            <a:srgbClr val="F871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Deployment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3136392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10058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Fixed the redirect race — login reliably lands users in the app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639311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39"/>
            <a:ext cx="10058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Analyst dashboard: stat tiles, Recharts bar + pie charts, pending-review queue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142232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023360"/>
            <a:ext cx="10058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Org invite flow: CreateTeam now actually creates a Clerk org + sends real invites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645152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26280"/>
            <a:ext cx="10058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Email forwarding: forward a suspicious email → analyzed + surfaced in Reports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5148072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5029200"/>
            <a:ext cx="10058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Browser extension: right-click any link → instant Orbis check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5650992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10058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Switched LLM from Salesforce gateway to OpenAI (gpt-4o-mini)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6153912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6035040"/>
            <a:ext cx="100584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FFFFFF"/>
                </a:solidFill>
                <a:latin typeface="Arial"/>
              </a:rPr>
              <a:t>Render deployment live — both services running with real keys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914400" cy="54864"/>
          </a:xfrm>
          <a:prstGeom prst="rect">
            <a:avLst/>
          </a:prstGeom>
          <a:solidFill>
            <a:srgbClr val="21C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Auth — Fixed &amp; Extended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3383280" cy="45720"/>
          </a:xfrm>
          <a:prstGeom prst="rect">
            <a:avLst/>
          </a:prstGeom>
          <a:solidFill>
            <a:srgbClr val="21C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21C7E6"/>
                </a:solidFill>
                <a:latin typeface="Arial"/>
              </a:rPr>
              <a:t>Redirect Race Fix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5176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Login no longer bounces to landing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1868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ProtectedRoute waits for Clerk to 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85615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Redirect driven off isSignedIn state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920240"/>
            <a:ext cx="3383280" cy="457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F62FE"/>
                </a:solidFill>
                <a:latin typeface="Arial"/>
              </a:rPr>
              <a:t>Org Invite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65176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CreateTeam now calls Clerk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321868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Creates real organization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785615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Sends actual email invites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435254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Custom domain → auto-join enabled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4919472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Generic domain (Gmail etc.) → invite-only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383280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057400"/>
            <a:ext cx="33832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4ADE80"/>
                </a:solidFill>
                <a:latin typeface="Arial"/>
              </a:rPr>
              <a:t>Invite Acceptance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651760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Ticket URL detected on arrival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18688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Existing account → signed in instantly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3785615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New user → set-password form shown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52544"/>
            <a:ext cx="33832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Arial"/>
              </a:rPr>
              <a:t>• No dead-end 'session exists'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914400" cy="5486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Analyst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03520" cy="45720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0F62FE"/>
                </a:solidFill>
                <a:latin typeface="Arial"/>
              </a:rPr>
              <a:t>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Stat tiles: total checks, threats, pending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53511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7-day submission trend (Recharts BarChart)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92424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Verdict distribution (Recharts PieChart)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31335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Pending-review queue with scores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06240"/>
            <a:ext cx="5303520" cy="45720"/>
          </a:xfrm>
          <a:prstGeom prst="rect">
            <a:avLst/>
          </a:prstGeom>
          <a:solidFill>
            <a:srgbClr val="21C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1C7E6"/>
                </a:solidFill>
                <a:latin typeface="Arial"/>
              </a:rPr>
              <a:t>Triage Queue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800600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Org-wide Reports view for analysts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39511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Campaign-grouped, priority-sorted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78424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One-click verdict authoring 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17335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Sends closure notification to reporter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03520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4ADE80"/>
                </a:solidFill>
                <a:latin typeface="Arial"/>
              </a:rPr>
              <a:t>Stats 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14600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GET /api/history (analyst-only)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53511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Verdict breakdown by 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392424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7-day trend data for 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831335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Pending-review count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206240"/>
            <a:ext cx="530352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297680"/>
            <a:ext cx="53035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BBF24"/>
                </a:solidFill>
                <a:latin typeface="Arial"/>
              </a:rPr>
              <a:t>Insights (AI Feature B)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800600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Ask questions in plain English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239511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Server validates query safety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678424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Returns Recharts chart spec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117335"/>
            <a:ext cx="5303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Arial"/>
              </a:rPr>
              <a:t>• No raw SQL exposure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914400" cy="54864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New Interaction Surfaces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920240"/>
            <a:ext cx="5303520" cy="45720"/>
          </a:xfrm>
          <a:prstGeom prst="rect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4ADE80"/>
                </a:solidFill>
                <a:latin typeface="Arial"/>
              </a:rPr>
              <a:t>Email Forwarding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862072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Forward any suspicious email to Orbis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3520440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Analyzes sender identity (SPF/DMARC/MX)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178807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59935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Extracts links + scores the message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837176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718304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Surfaces as a reviewable report for analysts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5495544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376672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No extra UI — works with any email client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920240"/>
            <a:ext cx="5303520" cy="45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057400"/>
            <a:ext cx="5303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>
                <a:solidFill>
                  <a:srgbClr val="FBBF24"/>
                </a:solidFill>
                <a:latin typeface="Arial"/>
              </a:rPr>
              <a:t>Browser Extension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862072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274320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Right-click any link → Check with Orbis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3520440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401568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Inline Gmail badge (instant pre-check)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4178807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059935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App-issued API keys (secure, revocable)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4837176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4718304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Works without opening the web app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5495544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5376672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Deep-link to full report when needed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731520"/>
            <a:ext cx="91440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Coming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BFD3FF"/>
                </a:solidFill>
                <a:latin typeface="Arial"/>
              </a:rPr>
              <a:t>Next sprint priorities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496312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Org-member dashboard variant (team stats, member overview table)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118104"/>
            <a:ext cx="91440" cy="91440"/>
          </a:xfrm>
          <a:prstGeom prst="ellipse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Search endpoint GET /api/search?q= for analyst keyword search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39896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21024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Full Org sign-in experience (org switcher, member invite acceptance polish)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361688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42816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Seed realistic demo data (campaigns, threat history, org activity)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983480"/>
            <a:ext cx="91440" cy="91440"/>
          </a:xfrm>
          <a:prstGeom prst="ellipse">
            <a:avLst/>
          </a:prstGeom>
          <a:solidFill>
            <a:srgbClr val="4ADE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864608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Deployment hardening: prod Clerk instance, Neon pooled URL, SSL verify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5605272"/>
            <a:ext cx="91440" cy="91440"/>
          </a:xfrm>
          <a:prstGeom prst="ellipse">
            <a:avLst/>
          </a:prstGeom>
          <a:solidFill>
            <a:srgbClr val="21C7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4864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Arial"/>
              </a:rPr>
              <a:t>Polish &amp; responsive layout audit before final demo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54864"/>
          </a:xfrm>
          <a:prstGeom prst="rect">
            <a:avLst/>
          </a:prstGeom>
          <a:solidFill>
            <a:srgbClr val="0F6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8288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7200" b="1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926080"/>
            <a:ext cx="1219169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BFD3FF"/>
                </a:solidFill>
                <a:latin typeface="Arial"/>
              </a:rPr>
              <a:t>Questions &amp; feedback welcome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BFD3FF"/>
                </a:solidFill>
                <a:latin typeface="Arial"/>
              </a:rPr>
              <a:t>Team DOMinion  ·  Michael Jissa  ·  Ozias Tumimana  ·  David Gonzalez-Cesar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